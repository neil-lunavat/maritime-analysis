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Marine Traffic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An Exploratory Study of Global Vessel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What does global maritime traffic look like?</a:t>
            </a:r>
          </a:p>
        </p:txBody>
      </p:sp>
      <p:pic>
        <p:nvPicPr>
          <p:cNvPr id="3" name="Picture 2" descr="05_geographic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1890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Do different vessel types have characteristic shapes?</a:t>
            </a:r>
          </a:p>
        </p:txBody>
      </p:sp>
      <p:pic>
        <p:nvPicPr>
          <p:cNvPr id="3" name="Picture 2" descr="03_lw_ratio_by_ship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49085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How does cargo capacity relate to vessel size?</a:t>
            </a:r>
          </a:p>
        </p:txBody>
      </p:sp>
      <p:pic>
        <p:nvPicPr>
          <p:cNvPr id="3" name="Picture 2" descr="04_dwt_vs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896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How does speed vary geographically?</a:t>
            </a:r>
          </a:p>
        </p:txBody>
      </p:sp>
      <p:pic>
        <p:nvPicPr>
          <p:cNvPr id="3" name="Picture 2" descr="06_speed_by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1890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Can heading-course differences identify vessels in distress?</a:t>
            </a:r>
          </a:p>
        </p:txBody>
      </p:sp>
      <p:pic>
        <p:nvPicPr>
          <p:cNvPr id="3" name="Picture 2" descr="02_hc_diff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9906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Which features show strong correlations?</a:t>
            </a:r>
          </a:p>
        </p:txBody>
      </p:sp>
      <p:pic>
        <p:nvPicPr>
          <p:cNvPr id="3" name="Picture 2" descr="07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4295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What's missing in our data?</a:t>
            </a:r>
          </a:p>
        </p:txBody>
      </p:sp>
      <p:pic>
        <p:nvPicPr>
          <p:cNvPr id="3" name="Picture 2" descr="08_missing_data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Can we model dimensional relationships?</a:t>
            </a:r>
          </a:p>
        </p:txBody>
      </p:sp>
      <p:pic>
        <p:nvPicPr>
          <p:cNvPr id="3" name="Picture 2" descr="12_dimensions_with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01890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400"/>
            </a:pPr>
            <a:r>
              <a:t>We reverse-engineered the MarineTraffic API and scraped 10,379 vessels globally.</a:t>
            </a:r>
          </a:p>
          <a:p/>
          <a:p>
            <a:r>
              <a:t>Through exploratory analysis, we discovered systematic relationships between vessel</a:t>
            </a:r>
          </a:p>
          <a:p>
            <a:r>
              <a:t>characteristics, identified operational patterns, and built predictive models.</a:t>
            </a:r>
          </a:p>
          <a:p/>
          <a:p>
            <a:r>
              <a:t>Simple linear regression explained 51.8% of dimensional variance—satisfying academic</a:t>
            </a:r>
          </a:p>
          <a:p>
            <a:r>
              <a:t>requirements while revealing the need for advanced machine learning approaches.</a:t>
            </a:r>
          </a:p>
          <a:p/>
          <a:p>
            <a:r>
              <a:t>This static snapshot establishes the foundation for real-time maritime surveillance,</a:t>
            </a:r>
          </a:p>
          <a:p>
            <a:r>
              <a:t>anomaly detection, and predictive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